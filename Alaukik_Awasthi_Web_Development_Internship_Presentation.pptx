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 &amp; Presentation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InAmigos Foundation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Alaukik Awasthi</a:t>
            </a:r>
            <a:pPr indent="0" marL="0">
              <a:buNone/>
            </a:pPr>
            <a:r>
              <a:rPr lang="en-US" sz="14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21 Aug 2026 – 3 Sep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Artificial Intelligence   |  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opportunity to learning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4308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76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26791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Organisation, role and duration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2860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801" y="24308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76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06640" y="26791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was designed to develop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26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61" y="467112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28800" y="491947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Web-development projects and AI-oriented product work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2062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526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4671121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 Evidence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06640" y="491947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deployment and completion certificate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web-development internship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3720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62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31181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InAmigos Foundation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16552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2337206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2584" y="2862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72584" y="31181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Alaukik Awasthi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193024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337206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2862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449056" y="31181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40080" y="3913632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1696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84878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4809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96112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Aug – 3 Sep 2026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4416552" y="3913632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72584" y="41696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798" y="4284878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72584" y="4809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672584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September 2026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8193024" y="3913632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1696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4284878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49056" y="4809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449056" y="50657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 – Artificial Intelligence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58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InAmigos Foundation</a:t>
            </a:r>
            <a:endParaRPr lang="en-US" sz="2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Uniting Minds For Change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008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identity tagline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548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ORGANISATION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548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Profile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754880" y="1965960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291" y="2052371"/>
            <a:ext cx="211226" cy="2112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94767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organisation: InAmigos Foundation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54880" y="2807208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291" y="2893619"/>
            <a:ext cx="211226" cy="2112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2788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certificate formally records successful completion of the internship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54880" y="3648456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291" y="3734867"/>
            <a:ext cx="211226" cy="2112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363016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signatory: Mr. Vignesh N, HR Operations Lead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aimed to gain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267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972" y="2392436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939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web-development workflows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2267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812" y="239243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939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HTML, CSS and JavaScript skills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337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72" y="376403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4655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planning, development, testing and deployment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337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812" y="3764036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4655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with GitHub and GitHub Pages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7091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22" name="Shape 16"/>
          <p:cNvSpPr/>
          <p:nvPr/>
        </p:nvSpPr>
        <p:spPr>
          <a:xfrm>
            <a:off x="841248" y="5010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72" y="5135636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AI-oriented web product thinking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7091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26" name="Shape 19"/>
          <p:cNvSpPr/>
          <p:nvPr/>
        </p:nvSpPr>
        <p:spPr>
          <a:xfrm>
            <a:off x="6419088" y="5010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812" y="5135636"/>
            <a:ext cx="317480" cy="317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documentation and technical presentation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Internship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front-end development to product 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22199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34543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8036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Website Development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1655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222199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3454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88036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Improvement &amp; Analysis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9302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14" name="Shape 10"/>
          <p:cNvSpPr/>
          <p:nvPr/>
        </p:nvSpPr>
        <p:spPr>
          <a:xfrm>
            <a:off x="8449056" y="222199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345436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49056" y="288036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Learnova — AI-Powered Learning Platform Concept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18" name="Shape 13"/>
          <p:cNvSpPr/>
          <p:nvPr/>
        </p:nvSpPr>
        <p:spPr>
          <a:xfrm>
            <a:off x="896112" y="4261104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384548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" y="491947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Feature-Highlight Page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416552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22" name="Shape 16"/>
          <p:cNvSpPr/>
          <p:nvPr/>
        </p:nvSpPr>
        <p:spPr>
          <a:xfrm>
            <a:off x="4672584" y="4261104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4384548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72584" y="491947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Deployment &amp; Repository Management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93024" y="400507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A47"/>
          </a:solidFill>
          <a:ln/>
        </p:spPr>
      </p:sp>
      <p:sp>
        <p:nvSpPr>
          <p:cNvPr id="26" name="Shape 19"/>
          <p:cNvSpPr/>
          <p:nvPr/>
        </p:nvSpPr>
        <p:spPr>
          <a:xfrm>
            <a:off x="8449056" y="4261104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84548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49056" y="491947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&amp; Reflection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632204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998" y="2267346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62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209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47288" y="18745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4439412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206" y="2267346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862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7016" y="3209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layout &amp; responsiveness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54496" y="18745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246620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14" y="2267346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62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64224" y="3209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interaction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61704" y="18745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3828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622" y="2267346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2862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71432" y="320954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management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959352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25" name="Shape 19"/>
          <p:cNvSpPr/>
          <p:nvPr/>
        </p:nvSpPr>
        <p:spPr>
          <a:xfrm>
            <a:off x="1632204" y="421538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998" y="4352178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946904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9808" y="5294376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deployment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47288" y="3959352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30" name="Shape 23"/>
          <p:cNvSpPr/>
          <p:nvPr/>
        </p:nvSpPr>
        <p:spPr>
          <a:xfrm>
            <a:off x="4439412" y="421538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206" y="4352178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4946904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57016" y="5294376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54496" y="3959352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3FD"/>
          </a:solidFill>
          <a:ln/>
        </p:spPr>
      </p:sp>
      <p:sp>
        <p:nvSpPr>
          <p:cNvPr id="35" name="Shape 27"/>
          <p:cNvSpPr/>
          <p:nvPr/>
        </p:nvSpPr>
        <p:spPr>
          <a:xfrm>
            <a:off x="7246620" y="421538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414" y="4352178"/>
            <a:ext cx="348204" cy="3482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946904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Generative AI Tools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64224" y="5294376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 development support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development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3108960"/>
            <a:ext cx="9875520" cy="0"/>
          </a:xfrm>
          <a:prstGeom prst="line">
            <a:avLst/>
          </a:prstGeom>
          <a:noFill/>
          <a:ln w="38100">
            <a:solidFill>
              <a:srgbClr val="D7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" y="290413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-9144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822" y="290413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2888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21408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029968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content &amp; functionality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54296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30" y="290413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54296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42816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151376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 components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75704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638" y="290413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75704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364224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Refine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272784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and refine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897112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046" y="2904134"/>
            <a:ext cx="409651" cy="4096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97112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485632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394192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static projects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101852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9454" y="2904134"/>
            <a:ext cx="409651" cy="4096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018520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60704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051560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and learning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completed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436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43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1280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1965960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website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934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93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715768"/>
            <a:ext cx="1280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2715768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improvement /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433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465576"/>
            <a:ext cx="1280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3465576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Learnova — AI-powered learning platform concept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215384"/>
            <a:ext cx="1280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88920" y="4215384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feature-highlight website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965192"/>
            <a:ext cx="10881360" cy="612648"/>
          </a:xfrm>
          <a:prstGeom prst="roundRect">
            <a:avLst>
              <a:gd name="adj" fmla="val 10448"/>
            </a:avLst>
          </a:prstGeom>
          <a:solidFill>
            <a:srgbClr val="EEF3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0429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042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54480" y="4965192"/>
            <a:ext cx="1280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88920" y="4965192"/>
            <a:ext cx="8503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documentation, review and reflection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5120640" cy="512064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AI PRODUCT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Learnova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platform concept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2172614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011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a student-focused learning experience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854" y="21726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22008" y="2011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concept for learning assistance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00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3315614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154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Tools for day-to-day study support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3200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854" y="3315614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22008" y="3154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 for structured learning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343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" y="4458614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4297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63640" y="43434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854" y="4458614"/>
            <a:ext cx="281635" cy="28163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22008" y="429768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through GitHub Pages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ENGAGEMENT PAGE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Feature Highlight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participation and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048256" cy="2834640"/>
          </a:xfrm>
          <a:prstGeom prst="roundRect">
            <a:avLst>
              <a:gd name="adj" fmla="val 4018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1380744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468" y="238329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900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Contribution-focused action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16352" y="1965960"/>
            <a:ext cx="2048256" cy="2834640"/>
          </a:xfrm>
          <a:prstGeom prst="roundRect">
            <a:avLst>
              <a:gd name="adj" fmla="val 4018"/>
            </a:avLst>
          </a:prstGeom>
          <a:solidFill>
            <a:srgbClr val="EEF3FD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740" y="2383292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7792" y="29900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2608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opportunity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92624" y="1965960"/>
            <a:ext cx="2048256" cy="2834640"/>
          </a:xfrm>
          <a:prstGeom prst="roundRect">
            <a:avLst>
              <a:gd name="adj" fmla="val 4018"/>
            </a:avLst>
          </a:prstGeom>
          <a:solidFill>
            <a:srgbClr val="EEF3FD"/>
          </a:solidFill>
          <a:ln/>
        </p:spPr>
      </p:sp>
      <p:sp>
        <p:nvSpPr>
          <p:cNvPr id="16" name="Shape 12"/>
          <p:cNvSpPr/>
          <p:nvPr/>
        </p:nvSpPr>
        <p:spPr>
          <a:xfrm>
            <a:off x="5733288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012" y="2383292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84064" y="29900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02352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results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68896" y="1965960"/>
            <a:ext cx="2048256" cy="2834640"/>
          </a:xfrm>
          <a:prstGeom prst="roundRect">
            <a:avLst>
              <a:gd name="adj" fmla="val 4018"/>
            </a:avLst>
          </a:prstGeom>
          <a:solidFill>
            <a:srgbClr val="EEF3FD"/>
          </a:solidFill>
          <a:ln/>
        </p:spPr>
      </p:sp>
      <p:sp>
        <p:nvSpPr>
          <p:cNvPr id="21" name="Shape 16"/>
          <p:cNvSpPr/>
          <p:nvPr/>
        </p:nvSpPr>
        <p:spPr>
          <a:xfrm>
            <a:off x="790956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284" y="2383292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0336" y="29900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278624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initiatives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45168" y="1965960"/>
            <a:ext cx="2048256" cy="2834640"/>
          </a:xfrm>
          <a:prstGeom prst="roundRect">
            <a:avLst>
              <a:gd name="adj" fmla="val 4018"/>
            </a:avLst>
          </a:prstGeom>
          <a:solidFill>
            <a:srgbClr val="EEF3FD"/>
          </a:solidFill>
          <a:ln/>
        </p:spPr>
      </p:sp>
      <p:sp>
        <p:nvSpPr>
          <p:cNvPr id="26" name="Shape 20"/>
          <p:cNvSpPr/>
          <p:nvPr/>
        </p:nvSpPr>
        <p:spPr>
          <a:xfrm>
            <a:off x="10085832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556" y="2383292"/>
            <a:ext cx="317480" cy="317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36608" y="29900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Testimonials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454896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and social proof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experience contributed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267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972" y="2392436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939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practical understanding of web development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22677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812" y="239243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939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responsive UI and front-end skills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337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72" y="376403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4655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GitHub and deployment experience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3375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812" y="3764036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4655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AI product thinking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7091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22" name="Shape 16"/>
          <p:cNvSpPr/>
          <p:nvPr/>
        </p:nvSpPr>
        <p:spPr>
          <a:xfrm>
            <a:off x="841248" y="5010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972" y="5135636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debugging and iterative improvement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7091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/>
        </p:spPr>
      </p:sp>
      <p:sp>
        <p:nvSpPr>
          <p:cNvPr id="26" name="Shape 19"/>
          <p:cNvSpPr/>
          <p:nvPr/>
        </p:nvSpPr>
        <p:spPr>
          <a:xfrm>
            <a:off x="6419088" y="5010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812" y="5135636"/>
            <a:ext cx="317480" cy="317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48371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documentation and presentation skills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937760" cy="493776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EVIDENCE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Certificate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successfully completed</a:t>
            </a:r>
            <a:endParaRPr lang="en-US" sz="1350" dirty="0"/>
          </a:p>
        </p:txBody>
      </p:sp>
      <p:pic>
        <p:nvPicPr>
          <p:cNvPr id="6" name="Image 0" descr="/home/claude/work/asset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577840" cy="395020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40080" y="205740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6" y="2147926"/>
            <a:ext cx="221285" cy="2212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0391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— InAmigos Foundation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8346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2925166"/>
            <a:ext cx="221285" cy="2212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8163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August 2026 – 3 September 2026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361188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6" y="3702406"/>
            <a:ext cx="221285" cy="22128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5935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dated 10 September 2026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6" y="4479646"/>
            <a:ext cx="221285" cy="22128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3708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Mr. Vignesh N, HR Operations Lead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  |  Alaukik Awasthi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Alaukik Awasthi</a:t>
            </a:r>
            <a:pPr indent="0" marL="0">
              <a:buNone/>
            </a:pPr>
            <a:r>
              <a:rPr lang="en-US" sz="13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B.Tech – Artificial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2026-09-10T18:46:30Z</dcterms:created>
  <dcterms:modified xsi:type="dcterms:W3CDTF">2026-09-10T18:46:30Z</dcterms:modified>
</cp:coreProperties>
</file>